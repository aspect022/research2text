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102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A7A44-1297-0219-ECB0-B31FD2C2C0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F679B6-3C74-EF13-3017-D44A5BD8E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2B654-8582-1950-1E93-3D4905688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D2BB6-8111-950B-206F-9564AE5D5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CCF87-11FA-AF9B-AD43-2AF152F08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019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2432C-BD56-B69B-D51E-216F4686D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7C2BD-3635-D381-2EFA-FFA2B58C3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9DC52-704C-9880-5539-89A44DBEA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2FB33-D280-3A43-4C22-A4BD95C7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AADC3-3B4D-E582-6167-98D2D0415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944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F8832-E0BD-70DA-0968-1DAB54862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02D18-381B-8755-8B40-EC4C8B04E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10348-F7DD-1BCF-939B-BBBD219E4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E6BA3-4B68-BB01-84D3-A72A1815D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E27C2-2EDE-2F8C-7AF9-3A0B5E93B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313BD-CF4C-84BB-12D4-1FEBFD000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155CC-47CF-BF35-2B25-0FEC218543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C65A1C-F7A1-223A-6BCC-EA49B53F10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384F18-4D5C-6DA7-914B-5629AEA7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1C707-1927-CD24-7F08-BE60E17B1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DA3BC-31E3-E60B-6678-9461B2B9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220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6153B-5896-F1D1-7B46-3BA683BEC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DE4F7-0684-D499-BC72-D1CD345E1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DBCBAE-E262-C8D6-E3DE-7E38A2963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E13923-A9D1-4738-EC2B-192C12C252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F80D5-E8CD-267E-F56B-CE42FBC11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6C2B0B-7EA5-61F5-AE59-5BB377B1F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355029-648E-1C38-8C01-A7DA9FC0B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5620A4-DCAD-097D-0282-14635D1A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1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BF7F9-45C2-24F3-32A5-00C48AB8D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AF4DA9-5EE9-1F33-3343-BA07CD086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6C2F8-9D0C-6982-DD22-46BFA8C24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416ED9-C56A-D50D-B0F4-4F32A81F5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934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B547F9-912F-507D-83BA-387E891EC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9DE21F-649B-4746-6FB3-FF5907438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AE09F-6836-3862-1677-0B63BD2B9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021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43C6B-C59F-3FAD-C90B-A4CCEF336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DF123-65AA-A63B-F7BB-80A592C00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DC2440-24BC-5930-03E6-8BF613785F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B2AF6-1B93-3635-5718-F002DA73A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0BF36-57C7-FFA1-F17F-FDEDCBB6B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403E23-B6A2-A96B-1702-A96599B62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565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D5A8A-812D-732A-CCD8-AAF277D82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177B3A-1D8F-1EB5-625D-207C12E750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BE0198-B328-79CA-FAB0-996EE3EEB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86E712-F8C2-03D1-1B1F-A0C0E0894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2B12C-8D1F-EF91-8A2E-5A892D1DB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2D4E4D-45CD-1F89-C4B4-766F22C57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611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1BF9A-5F98-2435-7343-CAD8C101F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D262F5-5D11-7D6D-E4E7-A8B956CF13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4BB0C-C250-C6D2-11E5-5EECF3DD8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02590-1FF7-5D97-AD08-CE7E242B0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F4DCF-E9D4-85E7-8EFD-E11122192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393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1C6F11-B692-BB79-03E2-C632F6B2DD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9DAF-D893-A72A-FB3C-64AA97BF6A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3DF79-D700-4B3D-02B2-F5F91570D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C0EE0-B649-25FA-95A3-EA99F6AE6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72DD2-046F-5641-DE6F-E4C26AB9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395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792F50-E971-80DB-017D-2D8D46295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AA3B3-6E01-224E-336B-BF6628B57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DFCBD-FD39-2E88-E211-27A8DFB57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89D7D-88F8-4EAA-ABEA-1F5E306EFA52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C931E-DB9B-64AB-F2E3-EED5620C86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FA90E-BBF6-C030-21F5-B7E613598A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437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chool of Commerce &amp; Management, Dayananda Sagar University, Bangalore">
            <a:extLst>
              <a:ext uri="{FF2B5EF4-FFF2-40B4-BE49-F238E27FC236}">
                <a16:creationId xmlns:a16="http://schemas.microsoft.com/office/drawing/2014/main" id="{8A0FC800-78FA-5624-E0FD-B9C249D04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8" y="153177"/>
            <a:ext cx="2232837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AYANANDA SAGAR UNIVERSITY SCHOOL OF ENGINEERING SCHEME &amp; SYLLABUS FOR  BACHELOR OF TECHNOLOGY (B.Tech.) – 2020 COMPUTER SC">
            <a:extLst>
              <a:ext uri="{FF2B5EF4-FFF2-40B4-BE49-F238E27FC236}">
                <a16:creationId xmlns:a16="http://schemas.microsoft.com/office/drawing/2014/main" id="{654BE952-E398-4732-8C2A-F15D7BAAE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29" y="153177"/>
            <a:ext cx="2347433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ayananda Sagar University">
            <a:extLst>
              <a:ext uri="{FF2B5EF4-FFF2-40B4-BE49-F238E27FC236}">
                <a16:creationId xmlns:a16="http://schemas.microsoft.com/office/drawing/2014/main" id="{75976F40-8E55-D6B6-F063-238D57B749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8884" r="7953" b="11488"/>
          <a:stretch>
            <a:fillRect/>
          </a:stretch>
        </p:blipFill>
        <p:spPr bwMode="auto">
          <a:xfrm>
            <a:off x="7765314" y="85594"/>
            <a:ext cx="1173606" cy="83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DC56D7-1AD8-7C82-7F0E-17B7A0EAA8A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430" y="85594"/>
            <a:ext cx="702612" cy="7169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27CB68-A197-5AF4-1525-F84F29602A37}"/>
              </a:ext>
            </a:extLst>
          </p:cNvPr>
          <p:cNvSpPr txBox="1"/>
          <p:nvPr/>
        </p:nvSpPr>
        <p:spPr>
          <a:xfrm>
            <a:off x="621627" y="925566"/>
            <a:ext cx="11102109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solidFill>
                  <a:schemeClr val="accent1"/>
                </a:solidFill>
                <a:effectLst/>
                <a:latin typeface="Bookman Old Style" panose="02050604050505020204" pitchFamily="18" charset="0"/>
              </a:rPr>
              <a:t>Dayananda Sagar University (DSU) - Main Campus</a:t>
            </a:r>
          </a:p>
          <a:p>
            <a:pPr algn="ctr"/>
            <a:r>
              <a:rPr lang="en-US" sz="2400" b="1" i="0" dirty="0">
                <a:solidFill>
                  <a:schemeClr val="accent1"/>
                </a:solidFill>
                <a:effectLst/>
                <a:latin typeface="Bookman Old Style" panose="02050604050505020204" pitchFamily="18" charset="0"/>
              </a:rPr>
              <a:t>School of Engineering</a:t>
            </a:r>
          </a:p>
          <a:p>
            <a:pPr algn="ctr"/>
            <a:r>
              <a:rPr lang="en-US" sz="1200" b="1" i="0" dirty="0" err="1">
                <a:effectLst/>
                <a:latin typeface="Bookman Old Style" panose="02050604050505020204" pitchFamily="18" charset="0"/>
              </a:rPr>
              <a:t>Devarakaggalahalli</a:t>
            </a:r>
            <a:r>
              <a:rPr lang="en-US" sz="1200" b="1" i="0" dirty="0">
                <a:effectLst/>
                <a:latin typeface="Bookman Old Style" panose="02050604050505020204" pitchFamily="18" charset="0"/>
              </a:rPr>
              <a:t>, </a:t>
            </a:r>
            <a:r>
              <a:rPr lang="en-US" sz="1200" b="1" i="0" dirty="0" err="1">
                <a:effectLst/>
                <a:latin typeface="Bookman Old Style" panose="02050604050505020204" pitchFamily="18" charset="0"/>
              </a:rPr>
              <a:t>Harohalli</a:t>
            </a:r>
            <a:r>
              <a:rPr lang="en-US" sz="1200" b="1" i="0" dirty="0">
                <a:effectLst/>
                <a:latin typeface="Bookman Old Style" panose="02050604050505020204" pitchFamily="18" charset="0"/>
              </a:rPr>
              <a:t> </a:t>
            </a:r>
            <a:r>
              <a:rPr lang="en-US" sz="1200" b="1" i="0" dirty="0" err="1">
                <a:effectLst/>
                <a:latin typeface="Bookman Old Style" panose="02050604050505020204" pitchFamily="18" charset="0"/>
              </a:rPr>
              <a:t>Kanakapura</a:t>
            </a:r>
            <a:r>
              <a:rPr lang="en-US" sz="1200" b="1" i="0" dirty="0">
                <a:effectLst/>
                <a:latin typeface="Bookman Old Style" panose="02050604050505020204" pitchFamily="18" charset="0"/>
              </a:rPr>
              <a:t> Road, Bengaluru South Dist., Karnataka 562112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55867F-821D-36BF-2A38-E626D649E8CA}"/>
              </a:ext>
            </a:extLst>
          </p:cNvPr>
          <p:cNvSpPr txBox="1"/>
          <p:nvPr/>
        </p:nvSpPr>
        <p:spPr>
          <a:xfrm>
            <a:off x="235527" y="1972006"/>
            <a:ext cx="1172094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Bookman Old Style" panose="02050604050505020204" pitchFamily="18" charset="0"/>
              </a:rPr>
              <a:t>DEPARTMENT OF</a:t>
            </a:r>
          </a:p>
          <a:p>
            <a:pPr algn="ctr"/>
            <a:r>
              <a:rPr lang="en-IN" sz="2000" b="1" dirty="0">
                <a:latin typeface="Bookman Old Style" panose="02050604050505020204" pitchFamily="18" charset="0"/>
              </a:rPr>
              <a:t>COMPUTER SCIENCE AND ENGINEERING </a:t>
            </a:r>
          </a:p>
          <a:p>
            <a:pPr algn="ctr"/>
            <a:r>
              <a:rPr lang="en-IN" sz="2000" b="1" dirty="0">
                <a:latin typeface="Bookman Old Style" panose="02050604050505020204" pitchFamily="18" charset="0"/>
              </a:rPr>
              <a:t>(ARTIFICIAL INTELLIGENCE AND MACHINE LEARNING)</a:t>
            </a:r>
          </a:p>
          <a:p>
            <a:pPr algn="ctr"/>
            <a:r>
              <a:rPr lang="en-IN" sz="2000" b="1" dirty="0">
                <a:latin typeface="Bookman Old Style" panose="02050604050505020204" pitchFamily="18" charset="0"/>
              </a:rPr>
              <a:t>Generative -AI (23AM3609)</a:t>
            </a: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Synopsis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94B5E3-2FAD-8632-BD54-67CACB5F7F85}"/>
              </a:ext>
            </a:extLst>
          </p:cNvPr>
          <p:cNvSpPr txBox="1"/>
          <p:nvPr/>
        </p:nvSpPr>
        <p:spPr>
          <a:xfrm>
            <a:off x="312208" y="3603222"/>
            <a:ext cx="117209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Bookman Old Style" panose="02050604050505020204" pitchFamily="18" charset="0"/>
              </a:rPr>
              <a:t>Title: “XYZ”</a:t>
            </a:r>
            <a:endParaRPr lang="en-IN" sz="20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9" name="Google Shape;65;p2">
            <a:extLst>
              <a:ext uri="{FF2B5EF4-FFF2-40B4-BE49-F238E27FC236}">
                <a16:creationId xmlns:a16="http://schemas.microsoft.com/office/drawing/2014/main" id="{E0C68854-9F4F-6AB8-A5F5-126E33082208}"/>
              </a:ext>
            </a:extLst>
          </p:cNvPr>
          <p:cNvSpPr txBox="1"/>
          <p:nvPr/>
        </p:nvSpPr>
        <p:spPr>
          <a:xfrm>
            <a:off x="411445" y="4741946"/>
            <a:ext cx="4312955" cy="107717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1600" dirty="0">
                <a:solidFill>
                  <a:schemeClr val="lt1"/>
                </a:solidFill>
                <a:latin typeface="Bookman Old Style" panose="02050604050505020204" pitchFamily="18" charset="0"/>
                <a:ea typeface="Trebuchet MS"/>
                <a:cs typeface="Trebuchet MS"/>
                <a:sym typeface="Trebuchet MS"/>
              </a:rPr>
              <a:t>Name 1                            USN  </a:t>
            </a:r>
          </a:p>
          <a:p>
            <a:r>
              <a:rPr lang="en-IN" sz="1600" dirty="0">
                <a:solidFill>
                  <a:schemeClr val="lt1"/>
                </a:solidFill>
                <a:latin typeface="Bookman Old Style" panose="02050604050505020204" pitchFamily="18" charset="0"/>
                <a:ea typeface="Trebuchet MS"/>
                <a:cs typeface="Trebuchet MS"/>
                <a:sym typeface="Trebuchet MS"/>
              </a:rPr>
              <a:t>Name 2                            USN    </a:t>
            </a:r>
            <a:endParaRPr lang="en-IN" sz="1600" dirty="0">
              <a:solidFill>
                <a:schemeClr val="lt1"/>
              </a:solidFill>
              <a:latin typeface="Bookman Old Style" panose="02050604050505020204" pitchFamily="18" charset="0"/>
              <a:ea typeface="Calibri"/>
              <a:cs typeface="Calibri"/>
              <a:sym typeface="Calibri"/>
            </a:endParaRPr>
          </a:p>
          <a:p>
            <a:r>
              <a:rPr lang="en-IN" sz="1600" dirty="0">
                <a:solidFill>
                  <a:schemeClr val="lt1"/>
                </a:solidFill>
                <a:latin typeface="Bookman Old Style" panose="02050604050505020204" pitchFamily="18" charset="0"/>
                <a:ea typeface="Trebuchet MS"/>
                <a:cs typeface="Trebuchet MS"/>
                <a:sym typeface="Trebuchet MS"/>
              </a:rPr>
              <a:t>Name 3                            USN    </a:t>
            </a:r>
            <a:endParaRPr lang="en-IN" sz="1600" dirty="0">
              <a:solidFill>
                <a:schemeClr val="lt1"/>
              </a:solidFill>
              <a:latin typeface="Bookman Old Style" panose="02050604050505020204" pitchFamily="18" charset="0"/>
              <a:ea typeface="Calibri"/>
              <a:cs typeface="Calibri"/>
              <a:sym typeface="Calibri"/>
            </a:endParaRPr>
          </a:p>
          <a:p>
            <a:r>
              <a:rPr lang="en-IN" sz="1600" dirty="0">
                <a:solidFill>
                  <a:schemeClr val="lt1"/>
                </a:solidFill>
                <a:latin typeface="Bookman Old Style" panose="02050604050505020204" pitchFamily="18" charset="0"/>
                <a:ea typeface="Trebuchet MS"/>
                <a:cs typeface="Trebuchet MS"/>
                <a:sym typeface="Trebuchet MS"/>
              </a:rPr>
              <a:t>Name 4                            USN     </a:t>
            </a:r>
            <a:endParaRPr sz="1600" dirty="0">
              <a:solidFill>
                <a:schemeClr val="lt1"/>
              </a:solidFill>
              <a:latin typeface="Bookman Old Style" panose="02050604050505020204" pitchFamily="18" charset="0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C1E8FF-8451-6B47-3887-6BD5776320D0}"/>
              </a:ext>
            </a:extLst>
          </p:cNvPr>
          <p:cNvSpPr txBox="1"/>
          <p:nvPr/>
        </p:nvSpPr>
        <p:spPr>
          <a:xfrm>
            <a:off x="2841148" y="62192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Bookman Old Style" panose="02050604050505020204" pitchFamily="18" charset="0"/>
              </a:rPr>
              <a:t>Academic Year: 2025-2026(Even Semester)</a:t>
            </a:r>
          </a:p>
        </p:txBody>
      </p:sp>
    </p:spTree>
    <p:extLst>
      <p:ext uri="{BB962C8B-B14F-4D97-AF65-F5344CB8AC3E}">
        <p14:creationId xmlns:p14="http://schemas.microsoft.com/office/powerpoint/2010/main" val="1453053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66007-DB88-DC02-E057-E5BD89B48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74" y="744892"/>
            <a:ext cx="10515600" cy="71695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Bookman Old Style" panose="02050604050505020204" pitchFamily="18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1D03F-8C58-81BD-2B41-29674B552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352" y="1253331"/>
            <a:ext cx="10515600" cy="4351338"/>
          </a:xfrm>
        </p:spPr>
        <p:txBody>
          <a:bodyPr>
            <a:noAutofit/>
          </a:bodyPr>
          <a:lstStyle/>
          <a:p>
            <a:r>
              <a:rPr lang="en-US" sz="2400" dirty="0">
                <a:latin typeface="Bookman Old Style" panose="02050604050505020204" pitchFamily="18" charset="0"/>
              </a:rPr>
              <a:t>Aim</a:t>
            </a:r>
          </a:p>
          <a:p>
            <a:r>
              <a:rPr lang="en-US" sz="2400" dirty="0">
                <a:latin typeface="Bookman Old Style" panose="02050604050505020204" pitchFamily="18" charset="0"/>
              </a:rPr>
              <a:t>Objectives</a:t>
            </a:r>
          </a:p>
          <a:p>
            <a:r>
              <a:rPr lang="en-US" sz="2400" dirty="0">
                <a:latin typeface="Bookman Old Style" panose="02050604050505020204" pitchFamily="18" charset="0"/>
              </a:rPr>
              <a:t>Methodology</a:t>
            </a:r>
          </a:p>
          <a:p>
            <a:r>
              <a:rPr lang="en-US" sz="2400" dirty="0">
                <a:latin typeface="Bookman Old Style" panose="02050604050505020204" pitchFamily="18" charset="0"/>
              </a:rPr>
              <a:t>References</a:t>
            </a:r>
          </a:p>
        </p:txBody>
      </p:sp>
      <p:pic>
        <p:nvPicPr>
          <p:cNvPr id="4" name="Picture 2" descr="School of Commerce &amp; Management, Dayananda Sagar University, Bangalore">
            <a:extLst>
              <a:ext uri="{FF2B5EF4-FFF2-40B4-BE49-F238E27FC236}">
                <a16:creationId xmlns:a16="http://schemas.microsoft.com/office/drawing/2014/main" id="{CDDF16B5-0695-DF87-0C88-D643B8AC3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8" y="153177"/>
            <a:ext cx="2232837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AYANANDA SAGAR UNIVERSITY SCHOOL OF ENGINEERING SCHEME &amp; SYLLABUS FOR  BACHELOR OF TECHNOLOGY (B.Tech.) – 2020 COMPUTER SC">
            <a:extLst>
              <a:ext uri="{FF2B5EF4-FFF2-40B4-BE49-F238E27FC236}">
                <a16:creationId xmlns:a16="http://schemas.microsoft.com/office/drawing/2014/main" id="{53DAA355-A119-FE2D-8B47-144D3D2D2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29" y="153177"/>
            <a:ext cx="2347433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Dayananda Sagar University">
            <a:extLst>
              <a:ext uri="{FF2B5EF4-FFF2-40B4-BE49-F238E27FC236}">
                <a16:creationId xmlns:a16="http://schemas.microsoft.com/office/drawing/2014/main" id="{F05EB94C-96D1-6013-8FEF-07C871EF30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8884" r="7953" b="11488"/>
          <a:stretch>
            <a:fillRect/>
          </a:stretch>
        </p:blipFill>
        <p:spPr bwMode="auto">
          <a:xfrm>
            <a:off x="7765314" y="85594"/>
            <a:ext cx="1173606" cy="83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2C1CE5-FAB7-C8A2-D3BF-BCEB8E93AE5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430" y="85594"/>
            <a:ext cx="702612" cy="71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809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6D6C6-676A-0F85-6B10-D55AE69FC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Bookman Old Style" panose="02050604050505020204" pitchFamily="18" charset="0"/>
              </a:rPr>
              <a:t>AIM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D11E9-BC72-FCFE-4C7A-31C8AB0B5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b="1" dirty="0">
                <a:latin typeface="Bookman Old Style" panose="02050604050505020204" pitchFamily="18" charset="0"/>
              </a:rPr>
              <a:t>Point 1</a:t>
            </a:r>
          </a:p>
          <a:p>
            <a:pPr algn="just"/>
            <a:r>
              <a:rPr lang="en-US" sz="2400" b="1" dirty="0">
                <a:latin typeface="Bookman Old Style" panose="02050604050505020204" pitchFamily="18" charset="0"/>
              </a:rPr>
              <a:t>Point 2</a:t>
            </a:r>
          </a:p>
          <a:p>
            <a:pPr algn="just"/>
            <a:r>
              <a:rPr lang="en-US" sz="2400" b="1" dirty="0">
                <a:latin typeface="Bookman Old Style" panose="02050604050505020204" pitchFamily="18" charset="0"/>
              </a:rPr>
              <a:t>.</a:t>
            </a:r>
          </a:p>
          <a:p>
            <a:pPr algn="just"/>
            <a:r>
              <a:rPr lang="en-US" sz="2400" b="1" dirty="0">
                <a:latin typeface="Bookman Old Style" panose="02050604050505020204" pitchFamily="18" charset="0"/>
              </a:rPr>
              <a:t>.</a:t>
            </a:r>
          </a:p>
          <a:p>
            <a:pPr algn="just"/>
            <a:r>
              <a:rPr lang="en-US" sz="2400" b="1" dirty="0">
                <a:latin typeface="Bookman Old Style" panose="02050604050505020204" pitchFamily="18" charset="0"/>
              </a:rPr>
              <a:t>.</a:t>
            </a:r>
          </a:p>
          <a:p>
            <a:pPr algn="just"/>
            <a:r>
              <a:rPr lang="en-US" sz="2400" b="1" dirty="0">
                <a:latin typeface="Bookman Old Style" panose="02050604050505020204" pitchFamily="18" charset="0"/>
              </a:rPr>
              <a:t>.</a:t>
            </a:r>
          </a:p>
          <a:p>
            <a:pPr algn="just"/>
            <a:r>
              <a:rPr lang="en-US" sz="2400" b="1" dirty="0">
                <a:latin typeface="Bookman Old Style" panose="02050604050505020204" pitchFamily="18" charset="0"/>
              </a:rPr>
              <a:t>Point n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  <p:pic>
        <p:nvPicPr>
          <p:cNvPr id="4" name="Picture 2" descr="School of Commerce &amp; Management, Dayananda Sagar University, Bangalore">
            <a:extLst>
              <a:ext uri="{FF2B5EF4-FFF2-40B4-BE49-F238E27FC236}">
                <a16:creationId xmlns:a16="http://schemas.microsoft.com/office/drawing/2014/main" id="{37099787-DE13-A8B1-7E56-F8C596F21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8" y="153177"/>
            <a:ext cx="2232837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AYANANDA SAGAR UNIVERSITY SCHOOL OF ENGINEERING SCHEME &amp; SYLLABUS FOR  BACHELOR OF TECHNOLOGY (B.Tech.) – 2020 COMPUTER SC">
            <a:extLst>
              <a:ext uri="{FF2B5EF4-FFF2-40B4-BE49-F238E27FC236}">
                <a16:creationId xmlns:a16="http://schemas.microsoft.com/office/drawing/2014/main" id="{A7D6C933-6576-53CF-3FEC-C3EAE65FC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29" y="153177"/>
            <a:ext cx="2347433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Dayananda Sagar University">
            <a:extLst>
              <a:ext uri="{FF2B5EF4-FFF2-40B4-BE49-F238E27FC236}">
                <a16:creationId xmlns:a16="http://schemas.microsoft.com/office/drawing/2014/main" id="{41462B4D-E6B3-7F8C-B840-47FB771E9D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8884" r="7953" b="11488"/>
          <a:stretch>
            <a:fillRect/>
          </a:stretch>
        </p:blipFill>
        <p:spPr bwMode="auto">
          <a:xfrm>
            <a:off x="7765314" y="85594"/>
            <a:ext cx="1173606" cy="83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33B245-BD15-C4D9-9484-1861B8D0905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430" y="85594"/>
            <a:ext cx="702612" cy="71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471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C1AC4-EACC-86E1-B45F-9265C2260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917" y="1078555"/>
            <a:ext cx="10515600" cy="538642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Bookman Old Style" panose="02050604050505020204" pitchFamily="18" charset="0"/>
              </a:rPr>
              <a:t>Objectives (not More than 3)</a:t>
            </a:r>
            <a:endParaRPr lang="en-US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ABFE1-54CF-42D2-0B6C-04635C2A1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b="1" dirty="0">
                <a:latin typeface="Bookman Old Style" panose="02050604050505020204" pitchFamily="18" charset="0"/>
              </a:rPr>
              <a:t>Point 1</a:t>
            </a:r>
          </a:p>
          <a:p>
            <a:pPr algn="just"/>
            <a:r>
              <a:rPr lang="en-US" sz="2400" b="1" dirty="0">
                <a:latin typeface="Bookman Old Style" panose="02050604050505020204" pitchFamily="18" charset="0"/>
              </a:rPr>
              <a:t>Point 2</a:t>
            </a:r>
          </a:p>
          <a:p>
            <a:pPr algn="just"/>
            <a:r>
              <a:rPr lang="en-US" sz="2400" b="1" dirty="0">
                <a:latin typeface="Bookman Old Style" panose="02050604050505020204" pitchFamily="18" charset="0"/>
              </a:rPr>
              <a:t>Point 3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  <p:pic>
        <p:nvPicPr>
          <p:cNvPr id="5" name="Picture 2" descr="School of Commerce &amp; Management, Dayananda Sagar University, Bangalore">
            <a:extLst>
              <a:ext uri="{FF2B5EF4-FFF2-40B4-BE49-F238E27FC236}">
                <a16:creationId xmlns:a16="http://schemas.microsoft.com/office/drawing/2014/main" id="{82CBAD69-5808-175F-6639-60B740A60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8" y="153177"/>
            <a:ext cx="2232837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DAYANANDA SAGAR UNIVERSITY SCHOOL OF ENGINEERING SCHEME &amp; SYLLABUS FOR  BACHELOR OF TECHNOLOGY (B.Tech.) – 2020 COMPUTER SC">
            <a:extLst>
              <a:ext uri="{FF2B5EF4-FFF2-40B4-BE49-F238E27FC236}">
                <a16:creationId xmlns:a16="http://schemas.microsoft.com/office/drawing/2014/main" id="{21100B69-E085-712B-AF29-5991E11AF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29" y="153177"/>
            <a:ext cx="2347433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ayananda Sagar University">
            <a:extLst>
              <a:ext uri="{FF2B5EF4-FFF2-40B4-BE49-F238E27FC236}">
                <a16:creationId xmlns:a16="http://schemas.microsoft.com/office/drawing/2014/main" id="{3B8493B3-D81B-FF37-ACF2-4B6CE17B04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8884" r="7953" b="11488"/>
          <a:stretch>
            <a:fillRect/>
          </a:stretch>
        </p:blipFill>
        <p:spPr bwMode="auto">
          <a:xfrm>
            <a:off x="7765314" y="85594"/>
            <a:ext cx="1173606" cy="83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39627E-743B-AE22-B17A-C00812EF43F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430" y="85594"/>
            <a:ext cx="702612" cy="71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909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377A8-6212-3FE6-B26F-40A92BDE3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Bookman Old Style" panose="020506040505050202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BFA00-896C-CD0E-74EA-BDBD86475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b="1" dirty="0">
                <a:latin typeface="Bookman Old Style" panose="02050604050505020204" pitchFamily="18" charset="0"/>
              </a:rPr>
              <a:t>Point 1</a:t>
            </a:r>
          </a:p>
          <a:p>
            <a:pPr algn="just"/>
            <a:r>
              <a:rPr lang="en-US" sz="2400" b="1" dirty="0">
                <a:latin typeface="Bookman Old Style" panose="02050604050505020204" pitchFamily="18" charset="0"/>
              </a:rPr>
              <a:t>Point 2</a:t>
            </a:r>
          </a:p>
          <a:p>
            <a:pPr algn="just"/>
            <a:r>
              <a:rPr lang="en-US" sz="2400" b="1" dirty="0">
                <a:latin typeface="Bookman Old Style" panose="02050604050505020204" pitchFamily="18" charset="0"/>
              </a:rPr>
              <a:t>.</a:t>
            </a:r>
          </a:p>
          <a:p>
            <a:pPr algn="just"/>
            <a:r>
              <a:rPr lang="en-US" sz="2400" b="1" dirty="0">
                <a:latin typeface="Bookman Old Style" panose="02050604050505020204" pitchFamily="18" charset="0"/>
              </a:rPr>
              <a:t>.</a:t>
            </a:r>
          </a:p>
          <a:p>
            <a:pPr algn="just"/>
            <a:r>
              <a:rPr lang="en-US" sz="2400" b="1" dirty="0">
                <a:latin typeface="Bookman Old Style" panose="02050604050505020204" pitchFamily="18" charset="0"/>
              </a:rPr>
              <a:t>.</a:t>
            </a:r>
          </a:p>
          <a:p>
            <a:pPr algn="just"/>
            <a:r>
              <a:rPr lang="en-US" sz="2400" b="1" dirty="0">
                <a:latin typeface="Bookman Old Style" panose="02050604050505020204" pitchFamily="18" charset="0"/>
              </a:rPr>
              <a:t>.</a:t>
            </a:r>
          </a:p>
          <a:p>
            <a:pPr algn="just"/>
            <a:r>
              <a:rPr lang="en-US" sz="2400" b="1" dirty="0">
                <a:latin typeface="Bookman Old Style" panose="02050604050505020204" pitchFamily="18" charset="0"/>
              </a:rPr>
              <a:t>Point n</a:t>
            </a:r>
          </a:p>
          <a:p>
            <a:pPr algn="just"/>
            <a:r>
              <a:rPr lang="en-US" sz="2400" b="1" dirty="0">
                <a:latin typeface="Bookman Old Style" panose="02050604050505020204" pitchFamily="18" charset="0"/>
              </a:rPr>
              <a:t>(try adding suitable diagrams)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  <p:pic>
        <p:nvPicPr>
          <p:cNvPr id="4" name="Picture 2" descr="School of Commerce &amp; Management, Dayananda Sagar University, Bangalore">
            <a:extLst>
              <a:ext uri="{FF2B5EF4-FFF2-40B4-BE49-F238E27FC236}">
                <a16:creationId xmlns:a16="http://schemas.microsoft.com/office/drawing/2014/main" id="{969AFA89-8C7B-13F1-253E-568F4D7C9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8" y="153177"/>
            <a:ext cx="2232837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AYANANDA SAGAR UNIVERSITY SCHOOL OF ENGINEERING SCHEME &amp; SYLLABUS FOR  BACHELOR OF TECHNOLOGY (B.Tech.) – 2020 COMPUTER SC">
            <a:extLst>
              <a:ext uri="{FF2B5EF4-FFF2-40B4-BE49-F238E27FC236}">
                <a16:creationId xmlns:a16="http://schemas.microsoft.com/office/drawing/2014/main" id="{972DAEAB-ACC9-49AC-9EFE-D045DF788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29" y="153177"/>
            <a:ext cx="2347433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Dayananda Sagar University">
            <a:extLst>
              <a:ext uri="{FF2B5EF4-FFF2-40B4-BE49-F238E27FC236}">
                <a16:creationId xmlns:a16="http://schemas.microsoft.com/office/drawing/2014/main" id="{E205C76A-2B9D-9926-91F4-CEF461DA4A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8884" r="7953" b="11488"/>
          <a:stretch>
            <a:fillRect/>
          </a:stretch>
        </p:blipFill>
        <p:spPr bwMode="auto">
          <a:xfrm>
            <a:off x="7765314" y="85594"/>
            <a:ext cx="1173606" cy="83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E53FF4-A2C8-379B-01BC-7E5C0D29FC1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430" y="85594"/>
            <a:ext cx="702612" cy="71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768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11F06-AFD6-943E-BF35-3F3E029A4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DF2FF-9083-4BE7-B637-95C50BB8D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Bookman Old Style" panose="020506040505050202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33E69-8600-C1EA-7453-4D62CD88D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Bookman Old Style" panose="02050604050505020204" pitchFamily="18" charset="0"/>
              </a:rPr>
              <a:t>Minimum 10 references (IEEE style) from synopsis</a:t>
            </a:r>
          </a:p>
        </p:txBody>
      </p:sp>
      <p:pic>
        <p:nvPicPr>
          <p:cNvPr id="4" name="Picture 2" descr="School of Commerce &amp; Management, Dayananda Sagar University, Bangalore">
            <a:extLst>
              <a:ext uri="{FF2B5EF4-FFF2-40B4-BE49-F238E27FC236}">
                <a16:creationId xmlns:a16="http://schemas.microsoft.com/office/drawing/2014/main" id="{3C8ADD58-B9A6-30B9-AE3F-E6718972B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8" y="153177"/>
            <a:ext cx="2232837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AYANANDA SAGAR UNIVERSITY SCHOOL OF ENGINEERING SCHEME &amp; SYLLABUS FOR  BACHELOR OF TECHNOLOGY (B.Tech.) – 2020 COMPUTER SC">
            <a:extLst>
              <a:ext uri="{FF2B5EF4-FFF2-40B4-BE49-F238E27FC236}">
                <a16:creationId xmlns:a16="http://schemas.microsoft.com/office/drawing/2014/main" id="{605877B6-AFEF-FC88-A16D-60F1416CC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29" y="153177"/>
            <a:ext cx="2347433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Dayananda Sagar University">
            <a:extLst>
              <a:ext uri="{FF2B5EF4-FFF2-40B4-BE49-F238E27FC236}">
                <a16:creationId xmlns:a16="http://schemas.microsoft.com/office/drawing/2014/main" id="{A68C842A-4F3E-3380-32C7-6856ABCB51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8884" r="7953" b="11488"/>
          <a:stretch>
            <a:fillRect/>
          </a:stretch>
        </p:blipFill>
        <p:spPr bwMode="auto">
          <a:xfrm>
            <a:off x="7765314" y="85594"/>
            <a:ext cx="1173606" cy="83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BEC96A-1519-A05D-2E33-E0DBF0F33A7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430" y="85594"/>
            <a:ext cx="702612" cy="71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193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School of Commerce &amp; Management, Dayananda Sagar University, Bangalore">
            <a:extLst>
              <a:ext uri="{FF2B5EF4-FFF2-40B4-BE49-F238E27FC236}">
                <a16:creationId xmlns:a16="http://schemas.microsoft.com/office/drawing/2014/main" id="{8B02509E-5FD9-5940-4B1D-31A12B034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8" y="153177"/>
            <a:ext cx="2232837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AYANANDA SAGAR UNIVERSITY SCHOOL OF ENGINEERING SCHEME &amp; SYLLABUS FOR  BACHELOR OF TECHNOLOGY (B.Tech.) – 2020 COMPUTER SC">
            <a:extLst>
              <a:ext uri="{FF2B5EF4-FFF2-40B4-BE49-F238E27FC236}">
                <a16:creationId xmlns:a16="http://schemas.microsoft.com/office/drawing/2014/main" id="{E511D2C5-5044-A02E-7022-765C8940E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29" y="153177"/>
            <a:ext cx="2347433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Dayananda Sagar University">
            <a:extLst>
              <a:ext uri="{FF2B5EF4-FFF2-40B4-BE49-F238E27FC236}">
                <a16:creationId xmlns:a16="http://schemas.microsoft.com/office/drawing/2014/main" id="{1E638FA4-238D-27E2-92E4-3C4D095106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8884" r="7953" b="11488"/>
          <a:stretch>
            <a:fillRect/>
          </a:stretch>
        </p:blipFill>
        <p:spPr bwMode="auto">
          <a:xfrm>
            <a:off x="7765314" y="85594"/>
            <a:ext cx="1173606" cy="83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9A35B0-BB92-09EA-83BD-28DF29107A9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430" y="85594"/>
            <a:ext cx="702612" cy="716950"/>
          </a:xfrm>
          <a:prstGeom prst="rect">
            <a:avLst/>
          </a:prstGeom>
        </p:spPr>
      </p:pic>
      <p:pic>
        <p:nvPicPr>
          <p:cNvPr id="8" name="Picture 2" descr="Thank You Vector Art, Icons, and Graphics for Free Download">
            <a:extLst>
              <a:ext uri="{FF2B5EF4-FFF2-40B4-BE49-F238E27FC236}">
                <a16:creationId xmlns:a16="http://schemas.microsoft.com/office/drawing/2014/main" id="{21A04F90-428A-CFF1-DB37-1A73CB1D64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49" b="10251"/>
          <a:stretch>
            <a:fillRect/>
          </a:stretch>
        </p:blipFill>
        <p:spPr bwMode="auto">
          <a:xfrm>
            <a:off x="3345109" y="1371600"/>
            <a:ext cx="5593811" cy="4475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2557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125</Words>
  <Application>Microsoft Office PowerPoint</Application>
  <PresentationFormat>Widescreen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Bookman Old Style</vt:lpstr>
      <vt:lpstr>Calibri</vt:lpstr>
      <vt:lpstr>Calibri Light</vt:lpstr>
      <vt:lpstr>Office Theme</vt:lpstr>
      <vt:lpstr>PowerPoint Presentation</vt:lpstr>
      <vt:lpstr>Contents</vt:lpstr>
      <vt:lpstr>AIM</vt:lpstr>
      <vt:lpstr>Objectives (not More than 3)</vt:lpstr>
      <vt:lpstr>Methodology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5</cp:revision>
  <dcterms:created xsi:type="dcterms:W3CDTF">2025-08-23T10:29:13Z</dcterms:created>
  <dcterms:modified xsi:type="dcterms:W3CDTF">2026-02-04T08:51:29Z</dcterms:modified>
</cp:coreProperties>
</file>